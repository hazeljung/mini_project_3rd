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6" r:id="rId4"/>
  </p:sldMasterIdLst>
  <p:notesMasterIdLst>
    <p:notesMasterId r:id="rId10"/>
  </p:notesMasterIdLst>
  <p:handoutMasterIdLst>
    <p:handoutMasterId r:id="rId11"/>
  </p:handoutMasterIdLst>
  <p:sldIdLst>
    <p:sldId id="3516" r:id="rId5"/>
    <p:sldId id="3557" r:id="rId6"/>
    <p:sldId id="3558" r:id="rId7"/>
    <p:sldId id="3559" r:id="rId8"/>
    <p:sldId id="3544" r:id="rId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EDEA"/>
    <a:srgbClr val="1F6765"/>
    <a:srgbClr val="FF6600"/>
    <a:srgbClr val="D8ECEB"/>
    <a:srgbClr val="418587"/>
    <a:srgbClr val="C9FAFC"/>
    <a:srgbClr val="A5D2D3"/>
    <a:srgbClr val="71C1B3"/>
    <a:srgbClr val="B5DBD3"/>
    <a:srgbClr val="CAE5E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21A7720-5E1B-4556-B073-86D838FBC827}" v="42" dt="2025-04-29T07:04:33.373"/>
  </p1510:revLst>
</p1510:revInfo>
</file>

<file path=ppt/tableStyles.xml><?xml version="1.0" encoding="utf-8"?>
<a:tblStyleLst xmlns:a="http://schemas.openxmlformats.org/drawingml/2006/main" def="{A4739C91-EA2B-441A-B1FC-6100ADDC1FEA}">
  <a:tblStyle styleId="{A4739C91-EA2B-441A-B1FC-6100ADDC1F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726" autoAdjust="0"/>
    <p:restoredTop sz="90061" autoAdjust="0"/>
  </p:normalViewPr>
  <p:slideViewPr>
    <p:cSldViewPr snapToGrid="0">
      <p:cViewPr varScale="1">
        <p:scale>
          <a:sx n="77" d="100"/>
          <a:sy n="77" d="100"/>
        </p:scale>
        <p:origin x="878" y="53"/>
      </p:cViewPr>
      <p:guideLst>
        <p:guide orient="horz" pos="2137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7" d="100"/>
          <a:sy n="87" d="100"/>
        </p:scale>
        <p:origin x="3840" y="9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매니저 정하늘" userId="S::c011016@aivle.kt.co.kr::0319a707-e61e-42cf-9bb5-44739c53b2a5" providerId="AD" clId="Web-{ADF76DD2-5EAA-4FDE-B39B-BFAE700F6594}"/>
    <pc:docChg chg="modSld">
      <pc:chgData name="매니저 정하늘" userId="S::c011016@aivle.kt.co.kr::0319a707-e61e-42cf-9bb5-44739c53b2a5" providerId="AD" clId="Web-{ADF76DD2-5EAA-4FDE-B39B-BFAE700F6594}" dt="2025-04-24T06:33:49.296" v="2" actId="20577"/>
      <pc:docMkLst>
        <pc:docMk/>
      </pc:docMkLst>
      <pc:sldChg chg="modSp">
        <pc:chgData name="매니저 정하늘" userId="S::c011016@aivle.kt.co.kr::0319a707-e61e-42cf-9bb5-44739c53b2a5" providerId="AD" clId="Web-{ADF76DD2-5EAA-4FDE-B39B-BFAE700F6594}" dt="2025-04-24T06:33:49.296" v="2" actId="20577"/>
        <pc:sldMkLst>
          <pc:docMk/>
          <pc:sldMk cId="3315561838" sldId="3516"/>
        </pc:sldMkLst>
        <pc:spChg chg="mod">
          <ac:chgData name="매니저 정하늘" userId="S::c011016@aivle.kt.co.kr::0319a707-e61e-42cf-9bb5-44739c53b2a5" providerId="AD" clId="Web-{ADF76DD2-5EAA-4FDE-B39B-BFAE700F6594}" dt="2025-04-24T06:33:49.296" v="2" actId="20577"/>
          <ac:spMkLst>
            <pc:docMk/>
            <pc:sldMk cId="3315561838" sldId="3516"/>
            <ac:spMk id="9" creationId="{E3927A6B-D301-419B-A687-5B81C9865C94}"/>
          </ac:spMkLst>
        </pc:spChg>
      </pc:sldChg>
    </pc:docChg>
  </pc:docChgLst>
  <pc:docChgLst>
    <pc:chgData name="튜터01" userId="S::g010023@aivle.kt.co.kr::e9882fe5-6ff6-4155-a15d-0f94f5bbe953" providerId="AD" clId="Web-{F5960E8C-E4D3-4A7E-B89F-0B7197AED114}"/>
    <pc:docChg chg="modSld">
      <pc:chgData name="튜터01" userId="S::g010023@aivle.kt.co.kr::e9882fe5-6ff6-4155-a15d-0f94f5bbe953" providerId="AD" clId="Web-{F5960E8C-E4D3-4A7E-B89F-0B7197AED114}" dt="2024-10-14T04:46:34.195" v="7" actId="20577"/>
      <pc:docMkLst>
        <pc:docMk/>
      </pc:docMkLst>
      <pc:sldChg chg="modSp">
        <pc:chgData name="튜터01" userId="S::g010023@aivle.kt.co.kr::e9882fe5-6ff6-4155-a15d-0f94f5bbe953" providerId="AD" clId="Web-{F5960E8C-E4D3-4A7E-B89F-0B7197AED114}" dt="2024-10-14T04:46:34.195" v="7" actId="20577"/>
        <pc:sldMkLst>
          <pc:docMk/>
          <pc:sldMk cId="3939324480" sldId="3558"/>
        </pc:sldMkLst>
        <pc:spChg chg="mod">
          <ac:chgData name="튜터01" userId="S::g010023@aivle.kt.co.kr::e9882fe5-6ff6-4155-a15d-0f94f5bbe953" providerId="AD" clId="Web-{F5960E8C-E4D3-4A7E-B89F-0B7197AED114}" dt="2024-10-14T04:46:34.195" v="7" actId="20577"/>
          <ac:spMkLst>
            <pc:docMk/>
            <pc:sldMk cId="3939324480" sldId="3558"/>
            <ac:spMk id="3" creationId="{58BA7F9B-1809-4344-972C-1DA9DEBC0038}"/>
          </ac:spMkLst>
        </pc:spChg>
        <pc:spChg chg="mod">
          <ac:chgData name="튜터01" userId="S::g010023@aivle.kt.co.kr::e9882fe5-6ff6-4155-a15d-0f94f5bbe953" providerId="AD" clId="Web-{F5960E8C-E4D3-4A7E-B89F-0B7197AED114}" dt="2024-10-14T04:46:30.851" v="3" actId="20577"/>
          <ac:spMkLst>
            <pc:docMk/>
            <pc:sldMk cId="3939324480" sldId="3558"/>
            <ac:spMk id="12" creationId="{F0793A9B-06C1-40F0-83F0-0D0FF6BDEC89}"/>
          </ac:spMkLst>
        </pc:spChg>
      </pc:sldChg>
    </pc:docChg>
  </pc:docChgLst>
  <pc:docChgLst>
    <pc:chgData name="이장래" userId="fb2bc971-015e-4ef0-b0c0-69c044568fc3" providerId="ADAL" clId="{8EAC8F40-DF27-4852-A6D7-5DA56A428A17}"/>
    <pc:docChg chg="modSld">
      <pc:chgData name="이장래" userId="fb2bc971-015e-4ef0-b0c0-69c044568fc3" providerId="ADAL" clId="{8EAC8F40-DF27-4852-A6D7-5DA56A428A17}" dt="2024-09-22T10:53:29.080" v="46" actId="6549"/>
      <pc:docMkLst>
        <pc:docMk/>
      </pc:docMkLst>
      <pc:sldChg chg="modSp mod">
        <pc:chgData name="이장래" userId="fb2bc971-015e-4ef0-b0c0-69c044568fc3" providerId="ADAL" clId="{8EAC8F40-DF27-4852-A6D7-5DA56A428A17}" dt="2024-09-22T10:53:07.212" v="40" actId="6549"/>
        <pc:sldMkLst>
          <pc:docMk/>
          <pc:sldMk cId="3315561838" sldId="3516"/>
        </pc:sldMkLst>
        <pc:spChg chg="mod">
          <ac:chgData name="이장래" userId="fb2bc971-015e-4ef0-b0c0-69c044568fc3" providerId="ADAL" clId="{8EAC8F40-DF27-4852-A6D7-5DA56A428A17}" dt="2024-09-22T10:53:07.212" v="40" actId="6549"/>
          <ac:spMkLst>
            <pc:docMk/>
            <pc:sldMk cId="3315561838" sldId="3516"/>
            <ac:spMk id="9" creationId="{E3927A6B-D301-419B-A687-5B81C9865C94}"/>
          </ac:spMkLst>
        </pc:spChg>
        <pc:spChg chg="mod">
          <ac:chgData name="이장래" userId="fb2bc971-015e-4ef0-b0c0-69c044568fc3" providerId="ADAL" clId="{8EAC8F40-DF27-4852-A6D7-5DA56A428A17}" dt="2024-09-22T10:53:01.106" v="29"/>
          <ac:spMkLst>
            <pc:docMk/>
            <pc:sldMk cId="3315561838" sldId="3516"/>
            <ac:spMk id="75" creationId="{00000000-0000-0000-0000-000000000000}"/>
          </ac:spMkLst>
        </pc:spChg>
      </pc:sldChg>
      <pc:sldChg chg="modSp mod">
        <pc:chgData name="이장래" userId="fb2bc971-015e-4ef0-b0c0-69c044568fc3" providerId="ADAL" clId="{8EAC8F40-DF27-4852-A6D7-5DA56A428A17}" dt="2024-09-22T10:53:21.996" v="42" actId="6549"/>
        <pc:sldMkLst>
          <pc:docMk/>
          <pc:sldMk cId="2142768235" sldId="3557"/>
        </pc:sldMkLst>
        <pc:spChg chg="mod">
          <ac:chgData name="이장래" userId="fb2bc971-015e-4ef0-b0c0-69c044568fc3" providerId="ADAL" clId="{8EAC8F40-DF27-4852-A6D7-5DA56A428A17}" dt="2024-09-22T10:53:18.808" v="41" actId="6549"/>
          <ac:spMkLst>
            <pc:docMk/>
            <pc:sldMk cId="2142768235" sldId="3557"/>
            <ac:spMk id="18" creationId="{4603BCED-F48A-40D1-A39D-6F167E1EA1FC}"/>
          </ac:spMkLst>
        </pc:spChg>
        <pc:spChg chg="mod">
          <ac:chgData name="이장래" userId="fb2bc971-015e-4ef0-b0c0-69c044568fc3" providerId="ADAL" clId="{8EAC8F40-DF27-4852-A6D7-5DA56A428A17}" dt="2024-09-22T10:53:21.996" v="42" actId="6549"/>
          <ac:spMkLst>
            <pc:docMk/>
            <pc:sldMk cId="2142768235" sldId="3557"/>
            <ac:spMk id="19" creationId="{132BE50C-4854-45C8-B856-B6466EE6E747}"/>
          </ac:spMkLst>
        </pc:spChg>
      </pc:sldChg>
      <pc:sldChg chg="modSp mod">
        <pc:chgData name="이장래" userId="fb2bc971-015e-4ef0-b0c0-69c044568fc3" providerId="ADAL" clId="{8EAC8F40-DF27-4852-A6D7-5DA56A428A17}" dt="2024-09-22T10:53:25.318" v="44" actId="6549"/>
        <pc:sldMkLst>
          <pc:docMk/>
          <pc:sldMk cId="3939324480" sldId="3558"/>
        </pc:sldMkLst>
        <pc:spChg chg="mod">
          <ac:chgData name="이장래" userId="fb2bc971-015e-4ef0-b0c0-69c044568fc3" providerId="ADAL" clId="{8EAC8F40-DF27-4852-A6D7-5DA56A428A17}" dt="2024-09-22T10:53:24.470" v="43" actId="6549"/>
          <ac:spMkLst>
            <pc:docMk/>
            <pc:sldMk cId="3939324480" sldId="3558"/>
            <ac:spMk id="5" creationId="{6E15FD08-4722-48F2-A351-2574278DA45D}"/>
          </ac:spMkLst>
        </pc:spChg>
        <pc:spChg chg="mod">
          <ac:chgData name="이장래" userId="fb2bc971-015e-4ef0-b0c0-69c044568fc3" providerId="ADAL" clId="{8EAC8F40-DF27-4852-A6D7-5DA56A428A17}" dt="2024-09-22T10:53:25.318" v="44" actId="6549"/>
          <ac:spMkLst>
            <pc:docMk/>
            <pc:sldMk cId="3939324480" sldId="3558"/>
            <ac:spMk id="6" creationId="{532BB97A-5ABC-4669-883C-7156681E4CFA}"/>
          </ac:spMkLst>
        </pc:spChg>
      </pc:sldChg>
      <pc:sldChg chg="modSp mod">
        <pc:chgData name="이장래" userId="fb2bc971-015e-4ef0-b0c0-69c044568fc3" providerId="ADAL" clId="{8EAC8F40-DF27-4852-A6D7-5DA56A428A17}" dt="2024-09-22T10:53:29.080" v="46" actId="6549"/>
        <pc:sldMkLst>
          <pc:docMk/>
          <pc:sldMk cId="2629630082" sldId="3559"/>
        </pc:sldMkLst>
        <pc:spChg chg="mod">
          <ac:chgData name="이장래" userId="fb2bc971-015e-4ef0-b0c0-69c044568fc3" providerId="ADAL" clId="{8EAC8F40-DF27-4852-A6D7-5DA56A428A17}" dt="2024-09-22T10:53:27.915" v="45" actId="6549"/>
          <ac:spMkLst>
            <pc:docMk/>
            <pc:sldMk cId="2629630082" sldId="3559"/>
            <ac:spMk id="6" creationId="{4E28D919-47EF-4D58-A5A1-DB7841B2E97E}"/>
          </ac:spMkLst>
        </pc:spChg>
        <pc:spChg chg="mod">
          <ac:chgData name="이장래" userId="fb2bc971-015e-4ef0-b0c0-69c044568fc3" providerId="ADAL" clId="{8EAC8F40-DF27-4852-A6D7-5DA56A428A17}" dt="2024-09-22T10:53:29.080" v="46" actId="6549"/>
          <ac:spMkLst>
            <pc:docMk/>
            <pc:sldMk cId="2629630082" sldId="3559"/>
            <ac:spMk id="7" creationId="{9D709BB6-45F5-49EB-B6C8-D62CC459010F}"/>
          </ac:spMkLst>
        </pc:spChg>
      </pc:sldChg>
    </pc:docChg>
  </pc:docChgLst>
  <pc:docChgLst>
    <pc:chgData name="매니저 이교진" userId="S::c011021@aivle.kt.co.kr::bffcde20-a586-4aba-8b0c-f403847ed7bb" providerId="AD" clId="Web-{E21A7720-5E1B-4556-B073-86D838FBC827}"/>
    <pc:docChg chg="modSld">
      <pc:chgData name="매니저 이교진" userId="S::c011021@aivle.kt.co.kr::bffcde20-a586-4aba-8b0c-f403847ed7bb" providerId="AD" clId="Web-{E21A7720-5E1B-4556-B073-86D838FBC827}" dt="2025-04-29T07:04:32.858" v="32" actId="20577"/>
      <pc:docMkLst>
        <pc:docMk/>
      </pc:docMkLst>
      <pc:sldChg chg="modSp">
        <pc:chgData name="매니저 이교진" userId="S::c011021@aivle.kt.co.kr::bffcde20-a586-4aba-8b0c-f403847ed7bb" providerId="AD" clId="Web-{E21A7720-5E1B-4556-B073-86D838FBC827}" dt="2025-04-29T07:04:32.858" v="32" actId="20577"/>
        <pc:sldMkLst>
          <pc:docMk/>
          <pc:sldMk cId="2142768235" sldId="3557"/>
        </pc:sldMkLst>
        <pc:spChg chg="mod">
          <ac:chgData name="매니저 이교진" userId="S::c011021@aivle.kt.co.kr::bffcde20-a586-4aba-8b0c-f403847ed7bb" providerId="AD" clId="Web-{E21A7720-5E1B-4556-B073-86D838FBC827}" dt="2025-04-29T07:04:16.513" v="13" actId="20577"/>
          <ac:spMkLst>
            <pc:docMk/>
            <pc:sldMk cId="2142768235" sldId="3557"/>
            <ac:spMk id="12" creationId="{F0793A9B-06C1-40F0-83F0-0D0FF6BDEC89}"/>
          </ac:spMkLst>
        </pc:spChg>
        <pc:spChg chg="mod">
          <ac:chgData name="매니저 이교진" userId="S::c011021@aivle.kt.co.kr::bffcde20-a586-4aba-8b0c-f403847ed7bb" providerId="AD" clId="Web-{E21A7720-5E1B-4556-B073-86D838FBC827}" dt="2025-04-29T07:04:32.858" v="32" actId="20577"/>
          <ac:spMkLst>
            <pc:docMk/>
            <pc:sldMk cId="2142768235" sldId="3557"/>
            <ac:spMk id="16" creationId="{D2A199B9-2876-435E-84C0-912B48C16E85}"/>
          </ac:spMkLst>
        </pc:spChg>
      </pc:sldChg>
      <pc:sldChg chg="modSp">
        <pc:chgData name="매니저 이교진" userId="S::c011021@aivle.kt.co.kr::bffcde20-a586-4aba-8b0c-f403847ed7bb" providerId="AD" clId="Web-{E21A7720-5E1B-4556-B073-86D838FBC827}" dt="2025-04-29T07:03:59.028" v="8" actId="20577"/>
        <pc:sldMkLst>
          <pc:docMk/>
          <pc:sldMk cId="3939324480" sldId="3558"/>
        </pc:sldMkLst>
        <pc:spChg chg="mod">
          <ac:chgData name="매니저 이교진" userId="S::c011021@aivle.kt.co.kr::bffcde20-a586-4aba-8b0c-f403847ed7bb" providerId="AD" clId="Web-{E21A7720-5E1B-4556-B073-86D838FBC827}" dt="2025-04-29T07:03:59.028" v="8" actId="20577"/>
          <ac:spMkLst>
            <pc:docMk/>
            <pc:sldMk cId="3939324480" sldId="3558"/>
            <ac:spMk id="3" creationId="{58BA7F9B-1809-4344-972C-1DA9DEBC0038}"/>
          </ac:spMkLst>
        </pc:spChg>
        <pc:spChg chg="mod">
          <ac:chgData name="매니저 이교진" userId="S::c011021@aivle.kt.co.kr::bffcde20-a586-4aba-8b0c-f403847ed7bb" providerId="AD" clId="Web-{E21A7720-5E1B-4556-B073-86D838FBC827}" dt="2025-04-29T07:03:53.372" v="4" actId="20577"/>
          <ac:spMkLst>
            <pc:docMk/>
            <pc:sldMk cId="3939324480" sldId="3558"/>
            <ac:spMk id="12" creationId="{F0793A9B-06C1-40F0-83F0-0D0FF6BDEC89}"/>
          </ac:spMkLst>
        </pc:spChg>
      </pc:sldChg>
    </pc:docChg>
  </pc:docChgLst>
  <pc:docChgLst>
    <pc:chgData name="이장래" userId="fb2bc971-015e-4ef0-b0c0-69c044568fc3" providerId="ADAL" clId="{8D494670-B921-456A-86B9-F0C42D38D731}"/>
    <pc:docChg chg="modSld">
      <pc:chgData name="이장래" userId="fb2bc971-015e-4ef0-b0c0-69c044568fc3" providerId="ADAL" clId="{8D494670-B921-456A-86B9-F0C42D38D731}" dt="2024-09-23T14:43:21.832" v="0" actId="20577"/>
      <pc:docMkLst>
        <pc:docMk/>
      </pc:docMkLst>
      <pc:sldChg chg="modSp mod">
        <pc:chgData name="이장래" userId="fb2bc971-015e-4ef0-b0c0-69c044568fc3" providerId="ADAL" clId="{8D494670-B921-456A-86B9-F0C42D38D731}" dt="2024-09-23T14:43:21.832" v="0" actId="20577"/>
        <pc:sldMkLst>
          <pc:docMk/>
          <pc:sldMk cId="3315561838" sldId="3516"/>
        </pc:sldMkLst>
        <pc:spChg chg="mod">
          <ac:chgData name="이장래" userId="fb2bc971-015e-4ef0-b0c0-69c044568fc3" providerId="ADAL" clId="{8D494670-B921-456A-86B9-F0C42D38D731}" dt="2024-09-23T14:43:21.832" v="0" actId="20577"/>
          <ac:spMkLst>
            <pc:docMk/>
            <pc:sldMk cId="3315561838" sldId="3516"/>
            <ac:spMk id="75" creationId="{00000000-0000-0000-0000-000000000000}"/>
          </ac:spMkLst>
        </pc:spChg>
      </pc:sldChg>
    </pc:docChg>
  </pc:docChgLst>
  <pc:docChgLst>
    <pc:chgData name="한 다운" userId="b49e9d4d-484a-45dd-a772-6c95b31ec25c" providerId="ADAL" clId="{2B50859B-79AE-4577-BFBE-00BB9B0E6776}"/>
    <pc:docChg chg="modSld">
      <pc:chgData name="한 다운" userId="b49e9d4d-484a-45dd-a772-6c95b31ec25c" providerId="ADAL" clId="{2B50859B-79AE-4577-BFBE-00BB9B0E6776}" dt="2024-10-10T06:18:42.363" v="1" actId="20577"/>
      <pc:docMkLst>
        <pc:docMk/>
      </pc:docMkLst>
      <pc:sldChg chg="modSp mod">
        <pc:chgData name="한 다운" userId="b49e9d4d-484a-45dd-a772-6c95b31ec25c" providerId="ADAL" clId="{2B50859B-79AE-4577-BFBE-00BB9B0E6776}" dt="2024-10-10T06:18:42.363" v="1" actId="20577"/>
        <pc:sldMkLst>
          <pc:docMk/>
          <pc:sldMk cId="3315561838" sldId="3516"/>
        </pc:sldMkLst>
        <pc:spChg chg="mod">
          <ac:chgData name="한 다운" userId="b49e9d4d-484a-45dd-a772-6c95b31ec25c" providerId="ADAL" clId="{2B50859B-79AE-4577-BFBE-00BB9B0E6776}" dt="2024-10-10T06:18:42.363" v="1" actId="20577"/>
          <ac:spMkLst>
            <pc:docMk/>
            <pc:sldMk cId="3315561838" sldId="3516"/>
            <ac:spMk id="75" creationId="{00000000-0000-0000-0000-000000000000}"/>
          </ac:spMkLst>
        </pc:spChg>
      </pc:sldChg>
    </pc:docChg>
  </pc:docChgLst>
  <pc:docChgLst>
    <pc:chgData name="매니저 정하늘" userId="S::c011016@aivle.kt.co.kr::0319a707-e61e-42cf-9bb5-44739c53b2a5" providerId="AD" clId="Web-{3976B7D9-F228-4B4A-A200-EF500528847E}"/>
    <pc:docChg chg="modSld">
      <pc:chgData name="매니저 정하늘" userId="S::c011016@aivle.kt.co.kr::0319a707-e61e-42cf-9bb5-44739c53b2a5" providerId="AD" clId="Web-{3976B7D9-F228-4B4A-A200-EF500528847E}" dt="2025-04-24T06:34:20.653" v="13" actId="20577"/>
      <pc:docMkLst>
        <pc:docMk/>
      </pc:docMkLst>
      <pc:sldChg chg="modSp">
        <pc:chgData name="매니저 정하늘" userId="S::c011016@aivle.kt.co.kr::0319a707-e61e-42cf-9bb5-44739c53b2a5" providerId="AD" clId="Web-{3976B7D9-F228-4B4A-A200-EF500528847E}" dt="2025-04-24T06:34:20.653" v="13" actId="20577"/>
        <pc:sldMkLst>
          <pc:docMk/>
          <pc:sldMk cId="3315561838" sldId="3516"/>
        </pc:sldMkLst>
        <pc:spChg chg="mod">
          <ac:chgData name="매니저 정하늘" userId="S::c011016@aivle.kt.co.kr::0319a707-e61e-42cf-9bb5-44739c53b2a5" providerId="AD" clId="Web-{3976B7D9-F228-4B4A-A200-EF500528847E}" dt="2025-04-24T06:34:20.653" v="13" actId="20577"/>
          <ac:spMkLst>
            <pc:docMk/>
            <pc:sldMk cId="3315561838" sldId="3516"/>
            <ac:spMk id="75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DD5EE2-0F71-437D-9438-13CCE6E2D3A4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35F53A9-D8CC-4D53-A6BF-2C0C2798EC5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54901463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 sz="1200" b="0" i="0" u="none" strike="noStrike" cap="none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ko-KR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altLang="ko-KR" sz="1200" b="0" i="0" u="none" strike="noStrike" cap="none" smtClean="0">
                <a:solidFill>
                  <a:schemeClr val="dk1"/>
                </a:solidFill>
                <a:latin typeface="Malgun Gothic"/>
                <a:ea typeface="Malgun Gothic"/>
                <a:cs typeface="Malgun Gothic"/>
                <a:sym typeface="Malgun Gothic"/>
              </a:rPr>
              <a:t>1</a:t>
            </a:fld>
            <a:endParaRPr lang="ko-KR" altLang="en-US" sz="1200" b="0" i="0" u="none" strike="noStrike" cap="none">
              <a:solidFill>
                <a:schemeClr val="dk1"/>
              </a:solidFill>
              <a:latin typeface="Malgun Gothic"/>
              <a:ea typeface="Malgun Gothic"/>
              <a:cs typeface="Malgun Gothic"/>
              <a:sym typeface="Malgun Gothic"/>
            </a:endParaRPr>
          </a:p>
        </p:txBody>
      </p:sp>
    </p:spTree>
    <p:extLst>
      <p:ext uri="{BB962C8B-B14F-4D97-AF65-F5344CB8AC3E}">
        <p14:creationId xmlns:p14="http://schemas.microsoft.com/office/powerpoint/2010/main" val="351030029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3804755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959425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Malgun Gothic"/>
              <a:buNone/>
              <a:tabLst/>
              <a:defRPr/>
            </a:pPr>
            <a:endParaRPr lang="en-US" altLang="ko-KR" dirty="0"/>
          </a:p>
        </p:txBody>
      </p:sp>
      <p:sp>
        <p:nvSpPr>
          <p:cNvPr id="55" name="Google Shape;55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3780774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1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87" name="Google Shape;187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70854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사용자 지정 레이아웃">
  <p:cSld name="사용자 지정 레이아웃">
    <p:spTree>
      <p:nvGrpSpPr>
        <p:cNvPr id="1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그림 22">
            <a:extLst>
              <a:ext uri="{FF2B5EF4-FFF2-40B4-BE49-F238E27FC236}">
                <a16:creationId xmlns:a16="http://schemas.microsoft.com/office/drawing/2014/main" id="{C7CF2056-2E41-4C40-AE19-A9A1125F857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3596531"/>
            <a:ext cx="12192000" cy="2859057"/>
          </a:xfrm>
          <a:prstGeom prst="rect">
            <a:avLst/>
          </a:prstGeom>
        </p:spPr>
      </p:pic>
      <p:pic>
        <p:nvPicPr>
          <p:cNvPr id="16" name="그림 15">
            <a:extLst>
              <a:ext uri="{FF2B5EF4-FFF2-40B4-BE49-F238E27FC236}">
                <a16:creationId xmlns:a16="http://schemas.microsoft.com/office/drawing/2014/main" id="{DEA947DF-4474-4457-99B3-14ADC3E3823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552" b="21945"/>
          <a:stretch/>
        </p:blipFill>
        <p:spPr>
          <a:xfrm>
            <a:off x="0" y="0"/>
            <a:ext cx="12192000" cy="3600594"/>
          </a:xfrm>
          <a:prstGeom prst="rect">
            <a:avLst/>
          </a:prstGeom>
        </p:spPr>
      </p:pic>
      <p:pic>
        <p:nvPicPr>
          <p:cNvPr id="22" name="그림 21">
            <a:extLst>
              <a:ext uri="{FF2B5EF4-FFF2-40B4-BE49-F238E27FC236}">
                <a16:creationId xmlns:a16="http://schemas.microsoft.com/office/drawing/2014/main" id="{C30C2DB1-E1BF-4A77-BBF7-D6BABA497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7715" b="21945"/>
          <a:stretch/>
        </p:blipFill>
        <p:spPr>
          <a:xfrm>
            <a:off x="0" y="6148873"/>
            <a:ext cx="12192000" cy="709127"/>
          </a:xfrm>
          <a:prstGeom prst="rect">
            <a:avLst/>
          </a:prstGeom>
        </p:spPr>
      </p:pic>
      <p:sp>
        <p:nvSpPr>
          <p:cNvPr id="15" name="Google Shape;15;p3"/>
          <p:cNvSpPr txBox="1">
            <a:spLocks noGrp="1"/>
          </p:cNvSpPr>
          <p:nvPr>
            <p:ph type="title"/>
          </p:nvPr>
        </p:nvSpPr>
        <p:spPr>
          <a:xfrm>
            <a:off x="532456" y="510866"/>
            <a:ext cx="10821346" cy="5903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Calibri"/>
              <a:buNone/>
              <a:defRPr sz="3446" b="1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 dirty="0"/>
          </a:p>
        </p:txBody>
      </p:sp>
      <p:cxnSp>
        <p:nvCxnSpPr>
          <p:cNvPr id="18" name="Google Shape;18;p3"/>
          <p:cNvCxnSpPr>
            <a:cxnSpLocks/>
            <a:stCxn id="22" idx="1"/>
            <a:endCxn id="22" idx="3"/>
          </p:cNvCxnSpPr>
          <p:nvPr/>
        </p:nvCxnSpPr>
        <p:spPr>
          <a:xfrm>
            <a:off x="0" y="6503437"/>
            <a:ext cx="12192000" cy="0"/>
          </a:xfrm>
          <a:prstGeom prst="straightConnector1">
            <a:avLst/>
          </a:prstGeom>
          <a:noFill/>
          <a:ln w="9525" cap="flat" cmpd="sng">
            <a:solidFill>
              <a:srgbClr val="BFBFBF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19" name="Google Shape;19;p3"/>
          <p:cNvSpPr txBox="1"/>
          <p:nvPr/>
        </p:nvSpPr>
        <p:spPr>
          <a:xfrm>
            <a:off x="11266756" y="6559088"/>
            <a:ext cx="755737" cy="1574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sp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F7F7F"/>
              </a:buClr>
              <a:buSzPts val="831"/>
              <a:buFont typeface="Arial"/>
              <a:buNone/>
            </a:pPr>
            <a:fld id="{00000000-1234-1234-1234-123412341234}" type="slidenum">
              <a:rPr lang="en-US" altLang="ko-KR" sz="1023" b="0" i="0" u="none" strike="noStrike" cap="none"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rPr>
              <a:pPr marL="0" marR="0" lvl="0" indent="0" algn="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7F7F7F"/>
                </a:buClr>
                <a:buSzPts val="831"/>
                <a:buFont typeface="Arial"/>
                <a:buNone/>
              </a:pPr>
              <a:t>‹#›</a:t>
            </a:fld>
            <a:endParaRPr sz="1023" b="0" i="0" u="none" strike="noStrike" cap="none" dirty="0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" name="Google Shape;20;p3"/>
          <p:cNvSpPr/>
          <p:nvPr/>
        </p:nvSpPr>
        <p:spPr>
          <a:xfrm>
            <a:off x="210470" y="6559088"/>
            <a:ext cx="3556571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292" b="1" i="0" u="none" strike="noStrike" cap="none" dirty="0">
                <a:solidFill>
                  <a:srgbClr val="34AEAA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  <a:sym typeface="Arial"/>
              </a:rPr>
              <a:t>KT AIVLE School</a:t>
            </a:r>
            <a:endParaRPr sz="1723" dirty="0">
              <a:solidFill>
                <a:srgbClr val="34AEAA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body" idx="1"/>
          </p:nvPr>
        </p:nvSpPr>
        <p:spPr>
          <a:xfrm>
            <a:off x="553369" y="1338454"/>
            <a:ext cx="10757098" cy="655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68935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400"/>
              <a:buFont typeface="Noto Sans Symbols"/>
              <a:buChar char="✔"/>
              <a:defRPr sz="2954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125444" marR="0" lvl="1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▪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06410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96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390779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oto Sans Symbols"/>
              <a:buChar char="▪"/>
              <a:defRPr sz="1723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20DB33C9-9F17-4570-866B-17EF57204CD7}"/>
              </a:ext>
            </a:extLst>
          </p:cNvPr>
          <p:cNvSpPr/>
          <p:nvPr userDrawn="1"/>
        </p:nvSpPr>
        <p:spPr>
          <a:xfrm>
            <a:off x="169507" y="1142862"/>
            <a:ext cx="11852986" cy="5274729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2" name="Google Shape;12;p40">
            <a:extLst>
              <a:ext uri="{FF2B5EF4-FFF2-40B4-BE49-F238E27FC236}">
                <a16:creationId xmlns:a16="http://schemas.microsoft.com/office/drawing/2014/main" id="{101F6C97-5613-4029-91DD-AB91A50C6258}"/>
              </a:ext>
            </a:extLst>
          </p:cNvPr>
          <p:cNvCxnSpPr/>
          <p:nvPr userDrawn="1"/>
        </p:nvCxnSpPr>
        <p:spPr>
          <a:xfrm rot="10800000">
            <a:off x="-5" y="1046297"/>
            <a:ext cx="12192005" cy="20820"/>
          </a:xfrm>
          <a:prstGeom prst="straightConnector1">
            <a:avLst/>
          </a:prstGeom>
          <a:noFill/>
          <a:ln w="28575" cap="flat" cmpd="thickThin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pic>
        <p:nvPicPr>
          <p:cNvPr id="24" name="Google Shape;39;p42">
            <a:extLst>
              <a:ext uri="{FF2B5EF4-FFF2-40B4-BE49-F238E27FC236}">
                <a16:creationId xmlns:a16="http://schemas.microsoft.com/office/drawing/2014/main" id="{CD0CE241-17D8-47FB-BD1F-FE7D316AC62A}"/>
              </a:ext>
            </a:extLst>
          </p:cNvPr>
          <p:cNvPicPr preferRelativeResize="0"/>
          <p:nvPr userDrawn="1"/>
        </p:nvPicPr>
        <p:blipFill rotWithShape="1">
          <a:blip r:embed="rId3">
            <a:alphaModFix/>
          </a:blip>
          <a:srcRect/>
          <a:stretch/>
        </p:blipFill>
        <p:spPr>
          <a:xfrm>
            <a:off x="10954455" y="126128"/>
            <a:ext cx="1068038" cy="24324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End">
  <p:cSld name="End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10337679" y="404873"/>
            <a:ext cx="131450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5"/>
          <p:cNvSpPr/>
          <p:nvPr/>
        </p:nvSpPr>
        <p:spPr>
          <a:xfrm>
            <a:off x="7873572" y="3492799"/>
            <a:ext cx="2741372" cy="2410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ko-KR" sz="1969" dirty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Make it possible</a:t>
            </a:r>
            <a:endParaRPr sz="1723" dirty="0"/>
          </a:p>
        </p:txBody>
      </p:sp>
      <p:pic>
        <p:nvPicPr>
          <p:cNvPr id="31" name="Google Shape;31;p5" descr="텍스트, 클립아트이(가) 표시된 사진&#10;&#10;자동 생성된 설명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8052094" y="2907769"/>
            <a:ext cx="2372373" cy="496671"/>
          </a:xfrm>
          <a:prstGeom prst="rect">
            <a:avLst/>
          </a:prstGeom>
          <a:noFill/>
          <a:ln>
            <a:noFill/>
          </a:ln>
        </p:spPr>
      </p:pic>
      <p:pic>
        <p:nvPicPr>
          <p:cNvPr id="5" name="그림 4">
            <a:extLst>
              <a:ext uri="{FF2B5EF4-FFF2-40B4-BE49-F238E27FC236}">
                <a16:creationId xmlns:a16="http://schemas.microsoft.com/office/drawing/2014/main" id="{514CD8E5-A4BC-4AC3-9C10-5483E0D95A4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saturation sat="66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24561"/>
            <a:ext cx="12192000" cy="7502769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>
            <a:spLocks noGrp="1"/>
          </p:cNvSpPr>
          <p:nvPr>
            <p:ph type="body" idx="1"/>
          </p:nvPr>
        </p:nvSpPr>
        <p:spPr>
          <a:xfrm>
            <a:off x="269241" y="1189178"/>
            <a:ext cx="11653522" cy="6893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>
            <a:lvl1pPr marL="562722" marR="0" lvl="0" indent="-484566" algn="l" rtl="0">
              <a:lnSpc>
                <a:spcPct val="90000"/>
              </a:lnSpc>
              <a:spcBef>
                <a:spcPts val="1231"/>
              </a:spcBef>
              <a:spcAft>
                <a:spcPts val="0"/>
              </a:spcAft>
              <a:buClr>
                <a:schemeClr val="dk1"/>
              </a:buClr>
              <a:buSzPts val="2600"/>
              <a:buFont typeface="Noto Sans Symbols"/>
              <a:buChar char="✔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950"/>
              <a:buFont typeface="Noto Sans Symbols"/>
              <a:buChar char="▪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688165" marR="0" lvl="2" indent="-416804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733"/>
              <a:buFont typeface="Arial"/>
              <a:buChar char="•"/>
              <a:defRPr sz="2133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2250887" marR="0" lvl="3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813609" marR="0" lvl="4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3376331" marR="0" lvl="5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939052" marR="0" lvl="6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4501774" marR="0" lvl="7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5064496" marR="0" lvl="8" indent="-422041" algn="l" rtl="0">
              <a:lnSpc>
                <a:spcPct val="90000"/>
              </a:lnSpc>
              <a:spcBef>
                <a:spcPts val="61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221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title"/>
          </p:nvPr>
        </p:nvSpPr>
        <p:spPr>
          <a:xfrm>
            <a:off x="0" y="0"/>
            <a:ext cx="3692308" cy="300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541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제목 및 내용" type="obj">
  <p:cSld name="OBJEC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8"/>
          <p:cNvSpPr txBox="1">
            <a:spLocks noGrp="1"/>
          </p:cNvSpPr>
          <p:nvPr>
            <p:ph type="title"/>
          </p:nvPr>
        </p:nvSpPr>
        <p:spPr>
          <a:xfrm>
            <a:off x="609600" y="274320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R="0"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10"/>
              <a:buFont typeface="Arial"/>
              <a:buNone/>
              <a:defRPr sz="431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74"/>
              <a:buFont typeface="Arial"/>
              <a:buNone/>
              <a:defRPr sz="439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1" name="Google Shape;41;p8"/>
          <p:cNvSpPr txBox="1">
            <a:spLocks noGrp="1"/>
          </p:cNvSpPr>
          <p:nvPr>
            <p:ph type="body" idx="1"/>
          </p:nvPr>
        </p:nvSpPr>
        <p:spPr>
          <a:xfrm>
            <a:off x="609600" y="1600201"/>
            <a:ext cx="10972800" cy="5655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562722" marR="0" lvl="0" indent="-456586" algn="l" rtl="0">
              <a:lnSpc>
                <a:spcPct val="90000"/>
              </a:lnSpc>
              <a:spcBef>
                <a:spcPts val="551"/>
              </a:spcBef>
              <a:spcAft>
                <a:spcPts val="0"/>
              </a:spcAft>
              <a:buClr>
                <a:schemeClr val="dk1"/>
              </a:buClr>
              <a:buSzPts val="2242"/>
              <a:buFont typeface="Arial"/>
              <a:buChar char="•"/>
              <a:defRPr sz="27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1125444" marR="0" lvl="1" indent="-433765" algn="l" rtl="0">
              <a:lnSpc>
                <a:spcPct val="90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1950"/>
              <a:buFont typeface="Arial"/>
              <a:buChar char="–"/>
              <a:defRPr sz="2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688165" marR="0" lvl="2" indent="-418524" algn="l" rtl="0">
              <a:lnSpc>
                <a:spcPct val="90000"/>
              </a:lnSpc>
              <a:spcBef>
                <a:spcPts val="432"/>
              </a:spcBef>
              <a:spcAft>
                <a:spcPts val="0"/>
              </a:spcAft>
              <a:buClr>
                <a:schemeClr val="dk1"/>
              </a:buClr>
              <a:buSzPts val="1755"/>
              <a:buFont typeface="Arial"/>
              <a:buChar char="•"/>
              <a:defRPr sz="2159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2250887" marR="0" lvl="3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–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813609" marR="0" lvl="4" indent="-403284" algn="l" rtl="0">
              <a:lnSpc>
                <a:spcPct val="90000"/>
              </a:lnSpc>
              <a:spcBef>
                <a:spcPts val="384"/>
              </a:spcBef>
              <a:spcAft>
                <a:spcPts val="0"/>
              </a:spcAft>
              <a:buClr>
                <a:schemeClr val="dk1"/>
              </a:buClr>
              <a:buSzPts val="1560"/>
              <a:buFont typeface="Arial"/>
              <a:buChar char="»"/>
              <a:defRPr sz="192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3376331" marR="0" lvl="5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939052" marR="0" lvl="6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4501774" marR="0" lvl="7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5064496" marR="0" lvl="8" indent="-405897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93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">
  <p:cSld name="Section Title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9"/>
          <p:cNvSpPr txBox="1">
            <a:spLocks noGrp="1"/>
          </p:cNvSpPr>
          <p:nvPr>
            <p:ph type="title"/>
          </p:nvPr>
        </p:nvSpPr>
        <p:spPr>
          <a:xfrm>
            <a:off x="269241" y="2084172"/>
            <a:ext cx="11653522" cy="1162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735"/>
              <a:buFont typeface="Calibri"/>
              <a:buNone/>
              <a:defRPr sz="7059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2215"/>
            </a:lvl9pPr>
          </a:lstStyle>
          <a:p>
            <a:endParaRPr/>
          </a:p>
        </p:txBody>
      </p: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11" indent="0" algn="ctr">
              <a:buNone/>
              <a:defRPr sz="2000"/>
            </a:lvl2pPr>
            <a:lvl3pPr marL="914423" indent="0" algn="ctr">
              <a:buNone/>
              <a:defRPr sz="1801"/>
            </a:lvl3pPr>
            <a:lvl4pPr marL="1371634" indent="0" algn="ctr">
              <a:buNone/>
              <a:defRPr sz="1600"/>
            </a:lvl4pPr>
            <a:lvl5pPr marL="1828846" indent="0" algn="ctr">
              <a:buNone/>
              <a:defRPr sz="1600"/>
            </a:lvl5pPr>
            <a:lvl6pPr marL="2286057" indent="0" algn="ctr">
              <a:buNone/>
              <a:defRPr sz="1600"/>
            </a:lvl6pPr>
            <a:lvl7pPr marL="2743269" indent="0" algn="ctr">
              <a:buNone/>
              <a:defRPr sz="1600"/>
            </a:lvl7pPr>
            <a:lvl8pPr marL="3200480" indent="0" algn="ctr">
              <a:buNone/>
              <a:defRPr sz="1600"/>
            </a:lvl8pPr>
            <a:lvl9pPr marL="3657691" indent="0" algn="ctr">
              <a:buNone/>
              <a:defRPr sz="1600"/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5239EA2-55BD-42D9-A3B3-20D6D22715F0}" type="datetimeFigureOut">
              <a:rPr lang="ko-KR" altLang="en-US" smtClean="0"/>
              <a:t>2025-11-07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212FEC-B71F-4637-BA7F-AE62DE34BC8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10451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3" r:id="rId3"/>
    <p:sldLayoutId id="2147483654" r:id="rId4"/>
    <p:sldLayoutId id="2147483655" r:id="rId5"/>
    <p:sldLayoutId id="214748365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723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그림 7">
            <a:extLst>
              <a:ext uri="{FF2B5EF4-FFF2-40B4-BE49-F238E27FC236}">
                <a16:creationId xmlns:a16="http://schemas.microsoft.com/office/drawing/2014/main" id="{F783B93C-511C-42EC-BD84-5B9B054FB28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0" name="Google Shape;39;p4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9613" y="402965"/>
            <a:ext cx="1068038" cy="243241"/>
          </a:xfrm>
          <a:prstGeom prst="rect">
            <a:avLst/>
          </a:prstGeom>
          <a:noFill/>
          <a:ln>
            <a:noFill/>
          </a:ln>
        </p:spPr>
      </p:pic>
      <p:sp>
        <p:nvSpPr>
          <p:cNvPr id="71" name="Google Shape;40;p42"/>
          <p:cNvSpPr/>
          <p:nvPr/>
        </p:nvSpPr>
        <p:spPr>
          <a:xfrm>
            <a:off x="9765915" y="6335312"/>
            <a:ext cx="2227365" cy="2462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n-US" sz="1600" b="0" i="0" u="none" strike="noStrike" cap="none" dirty="0">
                <a:solidFill>
                  <a:schemeClr val="lt1"/>
                </a:solidFill>
                <a:latin typeface="Malgun Gothic"/>
                <a:ea typeface="Malgun Gothic"/>
                <a:cs typeface="Malgun Gothic"/>
                <a:sym typeface="Malgun Gothic"/>
              </a:rPr>
              <a:t>Make it possible</a:t>
            </a:r>
            <a:endParaRPr sz="1400" b="0" i="0" u="none" strike="noStrike" cap="none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73" name="Google Shape;41;p42" descr="텍스트, 클립아트이(가) 표시된 사진&#10;&#10;자동 생성된 설명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910964" y="5829300"/>
            <a:ext cx="1927553" cy="41765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74" name="Google Shape;43;p42"/>
          <p:cNvCxnSpPr>
            <a:cxnSpLocks/>
          </p:cNvCxnSpPr>
          <p:nvPr/>
        </p:nvCxnSpPr>
        <p:spPr>
          <a:xfrm>
            <a:off x="862205" y="2286000"/>
            <a:ext cx="0" cy="1069750"/>
          </a:xfrm>
          <a:prstGeom prst="straightConnector1">
            <a:avLst/>
          </a:prstGeom>
          <a:noFill/>
          <a:ln w="57150" cap="flat" cmpd="sng">
            <a:solidFill>
              <a:srgbClr val="02BDB6"/>
            </a:solidFill>
            <a:prstDash val="solid"/>
            <a:miter lim="800000"/>
            <a:headEnd type="none" w="sm" len="sm"/>
            <a:tailEnd type="none" w="sm" len="sm"/>
          </a:ln>
        </p:spPr>
      </p:cxnSp>
      <p:sp>
        <p:nvSpPr>
          <p:cNvPr id="75" name="Google Shape;57;p11"/>
          <p:cNvSpPr txBox="1">
            <a:spLocks/>
          </p:cNvSpPr>
          <p:nvPr/>
        </p:nvSpPr>
        <p:spPr>
          <a:xfrm>
            <a:off x="983632" y="2223951"/>
            <a:ext cx="8245702" cy="12050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altLang="ko-KR" sz="20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Bold" panose="020B0600000101010101" pitchFamily="50" charset="-127"/>
                <a:ea typeface="나눔스퀘어 Bold"/>
              </a:rPr>
              <a:t>DX </a:t>
            </a:r>
            <a:r>
              <a:rPr lang="en-US" altLang="ko-KR" sz="2000" spc="-1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Bold" panose="020B0600000101010101" pitchFamily="50" charset="-127"/>
                <a:ea typeface="나눔스퀘어 Bold"/>
              </a:rPr>
              <a:t>컨설턴트</a:t>
            </a:r>
            <a:r>
              <a:rPr lang="ko-KR" altLang="en-US" sz="20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Bold" panose="020B0600000101010101" pitchFamily="50" charset="-127"/>
                <a:ea typeface="나눔스퀘어 Bold"/>
              </a:rPr>
              <a:t> 트랙 미니프로젝트 </a:t>
            </a:r>
            <a:r>
              <a:rPr lang="en-US" altLang="ko-KR" sz="20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Bold" panose="020B0600000101010101" pitchFamily="50" charset="-127"/>
                <a:ea typeface="나눔스퀘어 Bold"/>
              </a:rPr>
              <a:t>3</a:t>
            </a:r>
            <a:r>
              <a:rPr lang="ko-KR" altLang="en-US" sz="20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나눔스퀘어 Bold" panose="020B0600000101010101" pitchFamily="50" charset="-127"/>
                <a:ea typeface="나눔스퀘어 Bold"/>
              </a:rPr>
              <a:t>차 </a:t>
            </a:r>
            <a:endParaRPr lang="en-US" altLang="ko-KR" sz="2000" spc="-100" dirty="0">
              <a:ln w="3175">
                <a:solidFill>
                  <a:schemeClr val="tx1">
                    <a:alpha val="30000"/>
                  </a:schemeClr>
                </a:solidFill>
              </a:ln>
              <a:latin typeface="나눔스퀘어 Bold" panose="020B0600000101010101" pitchFamily="50" charset="-127"/>
              <a:ea typeface="나눔스퀘어 Bold"/>
            </a:endParaRPr>
          </a:p>
          <a:p>
            <a:pPr algn="l"/>
            <a:endParaRPr lang="en-US" altLang="ko-KR" sz="1000" spc="-100" dirty="0">
              <a:ln w="3175">
                <a:solidFill>
                  <a:schemeClr val="tx1">
                    <a:alpha val="30000"/>
                  </a:schemeClr>
                </a:solidFill>
              </a:ln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  <a:p>
            <a:pPr algn="l"/>
            <a:r>
              <a:rPr lang="ko-KR" altLang="en-US" sz="44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latin typeface="+mn-ea"/>
                <a:ea typeface="+mn-ea"/>
              </a:rPr>
              <a:t>조별 발표 템플릿</a:t>
            </a:r>
            <a:endParaRPr lang="en-US" altLang="ko-KR" sz="4400" b="1" spc="-100" dirty="0">
              <a:ln w="3175">
                <a:solidFill>
                  <a:schemeClr val="tx1">
                    <a:alpha val="30000"/>
                  </a:schemeClr>
                </a:solidFill>
              </a:ln>
              <a:latin typeface="+mn-ea"/>
              <a:ea typeface="+mn-ea"/>
            </a:endParaRPr>
          </a:p>
        </p:txBody>
      </p:sp>
      <p:sp>
        <p:nvSpPr>
          <p:cNvPr id="9" name="Google Shape;57;p11">
            <a:extLst>
              <a:ext uri="{FF2B5EF4-FFF2-40B4-BE49-F238E27FC236}">
                <a16:creationId xmlns:a16="http://schemas.microsoft.com/office/drawing/2014/main" id="{E3927A6B-D301-419B-A687-5B81C9865C94}"/>
              </a:ext>
            </a:extLst>
          </p:cNvPr>
          <p:cNvSpPr txBox="1">
            <a:spLocks/>
          </p:cNvSpPr>
          <p:nvPr/>
        </p:nvSpPr>
        <p:spPr>
          <a:xfrm>
            <a:off x="983632" y="3444241"/>
            <a:ext cx="4202322" cy="6444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60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723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/>
            <a:r>
              <a:rPr lang="en-US" altLang="ko-KR" sz="32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Bold" panose="020B0600000101010101" pitchFamily="50" charset="-127"/>
                <a:ea typeface="나눔스퀘어 Bold"/>
              </a:rPr>
              <a:t>DX OO</a:t>
            </a:r>
            <a:r>
              <a:rPr lang="ko-KR" altLang="en-US" sz="32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Bold" panose="020B0600000101010101" pitchFamily="50" charset="-127"/>
                <a:ea typeface="나눔스퀘어 Bold"/>
              </a:rPr>
              <a:t>반</a:t>
            </a:r>
            <a:r>
              <a:rPr lang="en-US" altLang="ko-KR" sz="32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Bold" panose="020B0600000101010101" pitchFamily="50" charset="-127"/>
                <a:ea typeface="나눔스퀘어 Bold"/>
              </a:rPr>
              <a:t> OO</a:t>
            </a:r>
            <a:r>
              <a:rPr lang="ko-KR" altLang="en-US" sz="3200" b="1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1F6765"/>
                </a:solidFill>
                <a:latin typeface="나눔스퀘어 Bold" panose="020B0600000101010101" pitchFamily="50" charset="-127"/>
                <a:ea typeface="나눔스퀘어 Bold"/>
              </a:rPr>
              <a:t>조</a:t>
            </a:r>
            <a:endParaRPr lang="en-US" altLang="ko-KR" sz="3200" b="1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1F6765"/>
              </a:solidFill>
              <a:latin typeface="나눔스퀘어 Bold" panose="020B0600000101010101" pitchFamily="50" charset="-127"/>
              <a:ea typeface="나눔스퀘어 Bold"/>
            </a:endParaRPr>
          </a:p>
        </p:txBody>
      </p:sp>
    </p:spTree>
    <p:extLst>
      <p:ext uri="{BB962C8B-B14F-4D97-AF65-F5344CB8AC3E}">
        <p14:creationId xmlns:p14="http://schemas.microsoft.com/office/powerpoint/2010/main" val="33155618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/>
                <a:cs typeface="Arial"/>
                <a:sym typeface="Arial"/>
              </a:rPr>
              <a:t>1. </a:t>
            </a:r>
            <a:r>
              <a:rPr lang="en-US" altLang="ko-KR" sz="2800" spc="-1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/>
                <a:cs typeface="Arial"/>
                <a:sym typeface="Arial"/>
              </a:rPr>
              <a:t>통합</a:t>
            </a:r>
            <a:r>
              <a:rPr lang="en-US" altLang="ko-KR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/>
                <a:cs typeface="Arial"/>
                <a:sym typeface="Arial"/>
              </a:rPr>
              <a:t> </a:t>
            </a:r>
            <a:r>
              <a:rPr lang="ko-KR" altLang="en-US" sz="2800" spc="-1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/>
                <a:cs typeface="Arial"/>
                <a:sym typeface="Arial"/>
              </a:rPr>
              <a:t>Agent</a:t>
            </a:r>
            <a:r>
              <a:rPr lang="ko-KR" altLang="en-US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/>
                <a:cs typeface="Arial"/>
                <a:sym typeface="Arial"/>
              </a:rPr>
              <a:t> 구축</a:t>
            </a:r>
            <a:endParaRPr lang="ko-KR" altLang="en-US" sz="2800" spc="-100" dirty="0">
              <a:ln w="3175">
                <a:solidFill>
                  <a:srgbClr val="000000">
                    <a:alpha val="30000"/>
                  </a:srgbClr>
                </a:solidFill>
              </a:ln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/>
            </a:endParaRP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D2A199B9-2876-435E-84C0-912B48C16E85}"/>
              </a:ext>
            </a:extLst>
          </p:cNvPr>
          <p:cNvSpPr/>
          <p:nvPr/>
        </p:nvSpPr>
        <p:spPr>
          <a:xfrm>
            <a:off x="450813" y="1309272"/>
            <a:ext cx="8271495" cy="4001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indent="-252095">
              <a:spcBef>
                <a:spcPts val="615"/>
              </a:spcBef>
              <a:buSzPts val="1800"/>
              <a:buChar char="▪"/>
            </a:pPr>
            <a:r>
              <a:rPr lang="ko-KR" altLang="en-US" sz="2000" dirty="0">
                <a:ea typeface="나눔스퀘어 Bold"/>
              </a:rPr>
              <a:t>통합 </a:t>
            </a:r>
            <a:r>
              <a:rPr lang="ko-KR" altLang="en-US" sz="2000" dirty="0" err="1">
                <a:ea typeface="나눔스퀘어 Bold"/>
              </a:rPr>
              <a:t>Agent를</a:t>
            </a:r>
            <a:r>
              <a:rPr lang="ko-KR" altLang="en-US" sz="2000" dirty="0">
                <a:ea typeface="나눔스퀘어 Bold"/>
              </a:rPr>
              <a:t> 구축한 내용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/>
              </a:rPr>
              <a:t>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/>
              </a:rPr>
              <a:t>또는 공유하고 싶은 점을 작성 해주세요</a:t>
            </a:r>
            <a:endParaRPr lang="en-US" altLang="ko-KR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C04658B-C3B3-41D2-83C4-455237456A25}"/>
              </a:ext>
            </a:extLst>
          </p:cNvPr>
          <p:cNvSpPr/>
          <p:nvPr/>
        </p:nvSpPr>
        <p:spPr>
          <a:xfrm>
            <a:off x="724845" y="1840010"/>
            <a:ext cx="5669280" cy="4338721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300EAAC3-33DC-429F-972F-BDCB4353A319}"/>
              </a:ext>
            </a:extLst>
          </p:cNvPr>
          <p:cNvSpPr/>
          <p:nvPr/>
        </p:nvSpPr>
        <p:spPr>
          <a:xfrm>
            <a:off x="2301096" y="3609260"/>
            <a:ext cx="245378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15"/>
              </a:spcBef>
              <a:buSzPts val="1800"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(ex.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</a:t>
            </a: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캡쳐본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>
              <a:spcBef>
                <a:spcPts val="615"/>
              </a:spcBef>
              <a:buSzPts val="1800"/>
            </a:pP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없으면 안 </a:t>
            </a:r>
            <a:r>
              <a:rPr lang="ko-KR" altLang="en-US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넣으셔도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4603BCED-F48A-40D1-A39D-6F167E1EA1FC}"/>
              </a:ext>
            </a:extLst>
          </p:cNvPr>
          <p:cNvSpPr/>
          <p:nvPr/>
        </p:nvSpPr>
        <p:spPr>
          <a:xfrm>
            <a:off x="6627911" y="2102427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132BE50C-4854-45C8-B856-B6466EE6E747}"/>
              </a:ext>
            </a:extLst>
          </p:cNvPr>
          <p:cNvSpPr/>
          <p:nvPr/>
        </p:nvSpPr>
        <p:spPr>
          <a:xfrm>
            <a:off x="6627911" y="2713351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D5DD3867-221D-4E70-860C-4F4F7A2688FC}"/>
              </a:ext>
            </a:extLst>
          </p:cNvPr>
          <p:cNvSpPr/>
          <p:nvPr/>
        </p:nvSpPr>
        <p:spPr>
          <a:xfrm>
            <a:off x="4046554" y="6136321"/>
            <a:ext cx="42659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장표의 구성은 예시이니 자유롭게 변경 가능합니다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1427682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741A5C5E-9CE2-46A4-9335-D9FE69026CDF}"/>
              </a:ext>
            </a:extLst>
          </p:cNvPr>
          <p:cNvSpPr/>
          <p:nvPr/>
        </p:nvSpPr>
        <p:spPr>
          <a:xfrm>
            <a:off x="724845" y="1840010"/>
            <a:ext cx="5669280" cy="4338721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/>
                <a:cs typeface="Arial"/>
                <a:sym typeface="Arial"/>
              </a:rPr>
              <a:t>2. </a:t>
            </a:r>
            <a:r>
              <a:rPr lang="en-US" altLang="ko-KR" sz="2800" spc="-1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/>
                <a:cs typeface="Arial"/>
                <a:sym typeface="Arial"/>
              </a:rPr>
              <a:t>분석</a:t>
            </a:r>
            <a:r>
              <a:rPr lang="en-US" altLang="ko-KR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/>
                <a:cs typeface="Arial"/>
                <a:sym typeface="Arial"/>
              </a:rPr>
              <a:t> </a:t>
            </a:r>
            <a:r>
              <a:rPr lang="en-US" altLang="ko-KR" sz="2800" spc="-100" dirty="0" err="1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/>
                <a:cs typeface="Arial"/>
                <a:sym typeface="Arial"/>
              </a:rPr>
              <a:t>보고서</a:t>
            </a:r>
            <a:endParaRPr lang="en-US" altLang="ko-KR" sz="2800" spc="-100" dirty="0" err="1">
              <a:ln w="3175">
                <a:solidFill>
                  <a:srgbClr val="000000">
                    <a:alpha val="30000"/>
                  </a:srgbClr>
                </a:solidFill>
              </a:ln>
              <a:solidFill>
                <a:srgbClr val="000000"/>
              </a:solidFill>
              <a:latin typeface="나눔스퀘어 Bold" panose="020B0600000101010101" pitchFamily="50" charset="-127"/>
              <a:ea typeface="나눔스퀘어 Bold"/>
              <a:cs typeface="Arial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58BA7F9B-1809-4344-972C-1DA9DEBC0038}"/>
              </a:ext>
            </a:extLst>
          </p:cNvPr>
          <p:cNvSpPr/>
          <p:nvPr/>
        </p:nvSpPr>
        <p:spPr>
          <a:xfrm>
            <a:off x="450813" y="1309272"/>
            <a:ext cx="8172109" cy="400110"/>
          </a:xfrm>
          <a:prstGeom prst="rect">
            <a:avLst/>
          </a:prstGeom>
        </p:spPr>
        <p:txBody>
          <a:bodyPr wrap="none" lIns="91440" tIns="45720" rIns="91440" bIns="45720" anchor="t">
            <a:spAutoFit/>
          </a:bodyPr>
          <a:lstStyle/>
          <a:p>
            <a:pPr indent="-252095">
              <a:spcBef>
                <a:spcPts val="615"/>
              </a:spcBef>
              <a:buSzPts val="1800"/>
              <a:buChar char="▪"/>
            </a:pPr>
            <a:r>
              <a:rPr lang="ko-KR" altLang="en-US" sz="2000" dirty="0">
                <a:latin typeface="나눔스퀘어 Bold" panose="020B0600000101010101" pitchFamily="50" charset="-127"/>
                <a:ea typeface="나눔스퀘어 Bold"/>
              </a:rPr>
              <a:t>분석 보고서를 수행한 내용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/>
              </a:rPr>
              <a:t>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/>
              </a:rPr>
              <a:t>또는 공유하고 싶은 점을 작성 해주세요</a:t>
            </a:r>
            <a:endParaRPr lang="ko-KR" dirty="0">
              <a:ea typeface="나눔스퀘어 Bold"/>
            </a:endParaRP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A2A45418-0644-4D93-A8E4-F8DCFE79FBF8}"/>
              </a:ext>
            </a:extLst>
          </p:cNvPr>
          <p:cNvSpPr/>
          <p:nvPr/>
        </p:nvSpPr>
        <p:spPr>
          <a:xfrm>
            <a:off x="2301096" y="3609260"/>
            <a:ext cx="245378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15"/>
              </a:spcBef>
              <a:buSzPts val="1800"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(ex.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</a:t>
            </a: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캡쳐본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>
              <a:spcBef>
                <a:spcPts val="615"/>
              </a:spcBef>
              <a:buSzPts val="1800"/>
            </a:pP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없으면 안 </a:t>
            </a:r>
            <a:r>
              <a:rPr lang="ko-KR" altLang="en-US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넣으셔도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E15FD08-4722-48F2-A351-2574278DA45D}"/>
              </a:ext>
            </a:extLst>
          </p:cNvPr>
          <p:cNvSpPr/>
          <p:nvPr/>
        </p:nvSpPr>
        <p:spPr>
          <a:xfrm>
            <a:off x="6627911" y="2102427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32BB97A-5ABC-4669-883C-7156681E4CFA}"/>
              </a:ext>
            </a:extLst>
          </p:cNvPr>
          <p:cNvSpPr/>
          <p:nvPr/>
        </p:nvSpPr>
        <p:spPr>
          <a:xfrm>
            <a:off x="6627911" y="2713351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706D20BD-54A6-4D48-AB1F-90A4320B4B2C}"/>
              </a:ext>
            </a:extLst>
          </p:cNvPr>
          <p:cNvSpPr/>
          <p:nvPr/>
        </p:nvSpPr>
        <p:spPr>
          <a:xfrm>
            <a:off x="4046554" y="6136321"/>
            <a:ext cx="42659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장표의 구성은 예시이니 자유롭게 변경 가능합니다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39393244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57;p11">
            <a:extLst>
              <a:ext uri="{FF2B5EF4-FFF2-40B4-BE49-F238E27FC236}">
                <a16:creationId xmlns:a16="http://schemas.microsoft.com/office/drawing/2014/main" id="{F0793A9B-06C1-40F0-83F0-0D0FF6BDEC8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5685" y="287383"/>
            <a:ext cx="6808597" cy="628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12523" tIns="56246" rIns="112523" bIns="56246" anchor="t" anchorCtr="0">
            <a:noAutofit/>
          </a:bodyPr>
          <a:lstStyle/>
          <a:p>
            <a:pPr>
              <a:lnSpc>
                <a:spcPct val="100000"/>
              </a:lnSpc>
            </a:pPr>
            <a:r>
              <a:rPr lang="en-US" altLang="ko-KR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  <a:sym typeface="Arial"/>
              </a:rPr>
              <a:t>3. </a:t>
            </a:r>
            <a:r>
              <a:rPr lang="ko-KR" altLang="en-US" sz="2800" spc="-100" dirty="0">
                <a:ln w="3175">
                  <a:solidFill>
                    <a:schemeClr val="tx1">
                      <a:alpha val="30000"/>
                    </a:schemeClr>
                  </a:solidFill>
                </a:ln>
                <a:solidFill>
                  <a:srgbClr val="0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  <a:cs typeface="Arial"/>
                <a:sym typeface="Arial"/>
              </a:rPr>
              <a:t>종합 결과</a:t>
            </a:r>
            <a:endParaRPr sz="2800" spc="-100" dirty="0">
              <a:ln w="3175">
                <a:solidFill>
                  <a:schemeClr val="tx1">
                    <a:alpha val="30000"/>
                  </a:schemeClr>
                </a:solidFill>
              </a:ln>
              <a:solidFill>
                <a:srgbClr val="0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  <a:cs typeface="Arial"/>
              <a:sym typeface="Arial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60C91485-9904-45A0-9B96-C7939102DFCE}"/>
              </a:ext>
            </a:extLst>
          </p:cNvPr>
          <p:cNvSpPr/>
          <p:nvPr/>
        </p:nvSpPr>
        <p:spPr>
          <a:xfrm>
            <a:off x="724845" y="1840010"/>
            <a:ext cx="5669280" cy="4338721"/>
          </a:xfrm>
          <a:prstGeom prst="rect">
            <a:avLst/>
          </a:prstGeom>
          <a:solidFill>
            <a:srgbClr val="D9EDE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3708F68-EBE2-4A09-B870-BBB4570F0D05}"/>
              </a:ext>
            </a:extLst>
          </p:cNvPr>
          <p:cNvSpPr/>
          <p:nvPr/>
        </p:nvSpPr>
        <p:spPr>
          <a:xfrm>
            <a:off x="450813" y="1309272"/>
            <a:ext cx="10647787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indent="-252427">
              <a:spcBef>
                <a:spcPts val="615"/>
              </a:spcBef>
              <a:buSzPts val="1800"/>
              <a:buChar char="▪"/>
            </a:pP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여러 모델을 비교하여 수행해본 결과나 프로젝트를 통해 얻은 인사이트가 있으면 작성 해주세요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25EAF6B-CCB0-4697-9AFD-B7B4809184AD}"/>
              </a:ext>
            </a:extLst>
          </p:cNvPr>
          <p:cNvSpPr/>
          <p:nvPr/>
        </p:nvSpPr>
        <p:spPr>
          <a:xfrm>
            <a:off x="2301096" y="3609260"/>
            <a:ext cx="2453784" cy="6924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615"/>
              </a:spcBef>
              <a:buSzPts val="1800"/>
            </a:pP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(ex. 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코드 </a:t>
            </a: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캡쳐본</a:t>
            </a:r>
            <a:r>
              <a:rPr lang="ko-KR" altLang="en-US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등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)</a:t>
            </a:r>
          </a:p>
          <a:p>
            <a:pPr algn="ctr">
              <a:spcBef>
                <a:spcPts val="615"/>
              </a:spcBef>
              <a:buSzPts val="1800"/>
            </a:pP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없으면 안 </a:t>
            </a:r>
            <a:r>
              <a:rPr lang="ko-KR" altLang="en-US" dirty="0" err="1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넣으셔도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 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</a:t>
            </a:r>
            <a:endParaRPr lang="ko-KR" altLang="en-US" dirty="0">
              <a:solidFill>
                <a:srgbClr val="C00000"/>
              </a:solidFill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4E28D919-47EF-4D58-A5A1-DB7841B2E97E}"/>
              </a:ext>
            </a:extLst>
          </p:cNvPr>
          <p:cNvSpPr/>
          <p:nvPr/>
        </p:nvSpPr>
        <p:spPr>
          <a:xfrm>
            <a:off x="6627911" y="2102427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D709BB6-45F5-49EB-B6C8-D62CC459010F}"/>
              </a:ext>
            </a:extLst>
          </p:cNvPr>
          <p:cNvSpPr/>
          <p:nvPr/>
        </p:nvSpPr>
        <p:spPr>
          <a:xfrm>
            <a:off x="6627911" y="2713351"/>
            <a:ext cx="4606145" cy="3711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10296" indent="-310296">
              <a:lnSpc>
                <a:spcPct val="90000"/>
              </a:lnSpc>
              <a:buClr>
                <a:schemeClr val="dk1"/>
              </a:buClr>
              <a:buSzPts val="2167"/>
              <a:buFont typeface="Noto Sans Symbols"/>
              <a:buChar char="✔"/>
            </a:pPr>
            <a:r>
              <a:rPr lang="ko-KR" altLang="en-US" sz="2000" dirty="0" err="1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ㅇㅇㅇㅇ</a:t>
            </a:r>
            <a:r>
              <a:rPr lang="en-US" altLang="ko-KR" sz="2000" dirty="0"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:</a:t>
            </a:r>
            <a:endParaRPr lang="ko-KR" altLang="en-US" sz="2000" dirty="0">
              <a:latin typeface="나눔스퀘어 Bold" panose="020B0600000101010101" pitchFamily="50" charset="-127"/>
              <a:ea typeface="나눔스퀘어 Bold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5CDC98BE-9C2F-4B55-AA2C-5C62FE3B003E}"/>
              </a:ext>
            </a:extLst>
          </p:cNvPr>
          <p:cNvSpPr/>
          <p:nvPr/>
        </p:nvSpPr>
        <p:spPr>
          <a:xfrm>
            <a:off x="4046554" y="6136321"/>
            <a:ext cx="426591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※ </a:t>
            </a:r>
            <a:r>
              <a:rPr lang="ko-KR" altLang="en-US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장표의 구성은 예시이니 자유롭게 변경 가능합니다</a:t>
            </a:r>
            <a:r>
              <a:rPr lang="en-US" altLang="ko-KR" dirty="0">
                <a:solidFill>
                  <a:srgbClr val="C00000"/>
                </a:solidFill>
                <a:latin typeface="나눔스퀘어 Bold" panose="020B0600000101010101" pitchFamily="50" charset="-127"/>
                <a:ea typeface="나눔스퀘어 Bold" panose="020B0600000101010101" pitchFamily="50" charset="-127"/>
              </a:rPr>
              <a:t>. </a:t>
            </a:r>
          </a:p>
        </p:txBody>
      </p:sp>
    </p:spTree>
    <p:extLst>
      <p:ext uri="{BB962C8B-B14F-4D97-AF65-F5344CB8AC3E}">
        <p14:creationId xmlns:p14="http://schemas.microsoft.com/office/powerpoint/2010/main" val="262963008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25574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파랑">
      <a:dk1>
        <a:srgbClr val="000000"/>
      </a:dk1>
      <a:lt1>
        <a:srgbClr val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422ea09-2736-4212-b5e4-ead8636053d1" xsi:nil="true"/>
    <lcf76f155ced4ddcb4097134ff3c332f xmlns="59c30cbc-920f-4ce9-a9a9-d31ee7e95503">
      <Terms xmlns="http://schemas.microsoft.com/office/infopath/2007/PartnerControls"/>
    </lcf76f155ced4ddcb4097134ff3c332f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EA2BF4D7EEE7604183C4EC0BAB761960" ma:contentTypeVersion="10" ma:contentTypeDescription="새 문서를 만듭니다." ma:contentTypeScope="" ma:versionID="d10c4c3cccd5f5454b0ef43e51640f30">
  <xsd:schema xmlns:xsd="http://www.w3.org/2001/XMLSchema" xmlns:xs="http://www.w3.org/2001/XMLSchema" xmlns:p="http://schemas.microsoft.com/office/2006/metadata/properties" xmlns:ns2="59c30cbc-920f-4ce9-a9a9-d31ee7e95503" xmlns:ns3="9422ea09-2736-4212-b5e4-ead8636053d1" targetNamespace="http://schemas.microsoft.com/office/2006/metadata/properties" ma:root="true" ma:fieldsID="caf84be6c6af1675d662eace89a2bf10" ns2:_="" ns3:_="">
    <xsd:import namespace="59c30cbc-920f-4ce9-a9a9-d31ee7e95503"/>
    <xsd:import namespace="9422ea09-2736-4212-b5e4-ead8636053d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9c30cbc-920f-4ce9-a9a9-d31ee7e9550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이미지 태그" ma:readOnly="false" ma:fieldId="{5cf76f15-5ced-4ddc-b409-7134ff3c332f}" ma:taxonomyMulti="true" ma:sspId="f1fa32a7-7a11-4d23-adca-71b1597c766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422ea09-2736-4212-b5e4-ead8636053d1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181cf5eb-e1be-4bf3-86d9-ae82d473da76}" ma:internalName="TaxCatchAll" ma:showField="CatchAllData" ma:web="9422ea09-2736-4212-b5e4-ead8636053d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474F5F0-E47C-4CD4-9BF1-D80ACD90DC05}">
  <ds:schemaRefs>
    <ds:schemaRef ds:uri="http://www.w3.org/XML/1998/namespace"/>
    <ds:schemaRef ds:uri="http://schemas.microsoft.com/office/2006/documentManagement/types"/>
    <ds:schemaRef ds:uri="http://purl.org/dc/dcmitype/"/>
    <ds:schemaRef ds:uri="http://schemas.microsoft.com/office/2006/metadata/properties"/>
    <ds:schemaRef ds:uri="http://schemas.microsoft.com/office/infopath/2007/PartnerControls"/>
    <ds:schemaRef ds:uri="http://purl.org/dc/elements/1.1/"/>
    <ds:schemaRef ds:uri="http://schemas.openxmlformats.org/package/2006/metadata/core-properties"/>
    <ds:schemaRef ds:uri="cb8fcf1b-9571-4d20-a8ff-81bee2907a75"/>
    <ds:schemaRef ds:uri="e4e13380-6049-4f59-9391-9958b2774ca2"/>
    <ds:schemaRef ds:uri="http://purl.org/dc/terms/"/>
  </ds:schemaRefs>
</ds:datastoreItem>
</file>

<file path=customXml/itemProps2.xml><?xml version="1.0" encoding="utf-8"?>
<ds:datastoreItem xmlns:ds="http://schemas.openxmlformats.org/officeDocument/2006/customXml" ds:itemID="{EB6E4AB4-6812-4825-A477-08F4E470421C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5757E73F-A312-40C9-AF03-AC087B5C52B7}"/>
</file>

<file path=docProps/app.xml><?xml version="1.0" encoding="utf-8"?>
<Properties xmlns="http://schemas.openxmlformats.org/officeDocument/2006/extended-properties" xmlns:vt="http://schemas.openxmlformats.org/officeDocument/2006/docPropsVTypes">
  <TotalTime>7303</TotalTime>
  <Words>137</Words>
  <Application>Microsoft Office PowerPoint</Application>
  <PresentationFormat>와이드스크린</PresentationFormat>
  <Paragraphs>27</Paragraphs>
  <Slides>5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12" baseType="lpstr">
      <vt:lpstr>Noto Sans Symbols</vt:lpstr>
      <vt:lpstr>나눔스퀘어 Bold</vt:lpstr>
      <vt:lpstr>Malgun Gothic</vt:lpstr>
      <vt:lpstr>Malgun Gothic</vt:lpstr>
      <vt:lpstr>Arial</vt:lpstr>
      <vt:lpstr>Calibri</vt:lpstr>
      <vt:lpstr>Office 테마</vt:lpstr>
      <vt:lpstr>PowerPoint 프레젠테이션</vt:lpstr>
      <vt:lpstr>1. 통합 Agent 구축</vt:lpstr>
      <vt:lpstr>2. 분석 보고서</vt:lpstr>
      <vt:lpstr>3. 종합 결과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매니저 이교진</cp:lastModifiedBy>
  <cp:revision>348</cp:revision>
  <dcterms:modified xsi:type="dcterms:W3CDTF">2025-11-07T00:11:57Z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b16c548c-0cd3-4220-987a-a58bfd9a89d4_Enabled">
    <vt:lpwstr>true</vt:lpwstr>
  </property>
  <property fmtid="{D5CDD505-2E9C-101B-9397-08002B2CF9AE}" pid="3" name="MSIP_Label_b16c548c-0cd3-4220-987a-a58bfd9a89d4_SetDate">
    <vt:lpwstr>2022-01-28T12:25:58Z</vt:lpwstr>
  </property>
  <property fmtid="{D5CDD505-2E9C-101B-9397-08002B2CF9AE}" pid="4" name="MSIP_Label_b16c548c-0cd3-4220-987a-a58bfd9a89d4_Method">
    <vt:lpwstr>Privileged</vt:lpwstr>
  </property>
  <property fmtid="{D5CDD505-2E9C-101B-9397-08002B2CF9AE}" pid="5" name="MSIP_Label_b16c548c-0cd3-4220-987a-a58bfd9a89d4_Name">
    <vt:lpwstr>b16c548c-0cd3-4220-987a-a58bfd9a89d4</vt:lpwstr>
  </property>
  <property fmtid="{D5CDD505-2E9C-101B-9397-08002B2CF9AE}" pid="6" name="MSIP_Label_b16c548c-0cd3-4220-987a-a58bfd9a89d4_SiteId">
    <vt:lpwstr>522a0f89-ae58-43b6-821b-2b06cecc7d8a</vt:lpwstr>
  </property>
  <property fmtid="{D5CDD505-2E9C-101B-9397-08002B2CF9AE}" pid="7" name="MSIP_Label_b16c548c-0cd3-4220-987a-a58bfd9a89d4_ActionId">
    <vt:lpwstr>0e831c6a-4daf-459e-a66c-38ad3bcc73cf</vt:lpwstr>
  </property>
  <property fmtid="{D5CDD505-2E9C-101B-9397-08002B2CF9AE}" pid="8" name="MSIP_Label_b16c548c-0cd3-4220-987a-a58bfd9a89d4_ContentBits">
    <vt:lpwstr>0</vt:lpwstr>
  </property>
  <property fmtid="{D5CDD505-2E9C-101B-9397-08002B2CF9AE}" pid="9" name="ContentTypeId">
    <vt:lpwstr>0x010100EA2BF4D7EEE7604183C4EC0BAB761960</vt:lpwstr>
  </property>
  <property fmtid="{D5CDD505-2E9C-101B-9397-08002B2CF9AE}" pid="10" name="MediaServiceImageTags">
    <vt:lpwstr/>
  </property>
</Properties>
</file>